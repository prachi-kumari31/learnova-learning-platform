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28" r:id="rId5"/>
    <p:sldId id="327" r:id="rId6"/>
    <p:sldId id="257" r:id="rId7"/>
    <p:sldId id="258" r:id="rId8"/>
    <p:sldId id="259" r:id="rId9"/>
    <p:sldId id="261" r:id="rId10"/>
    <p:sldId id="329" r:id="rId11"/>
    <p:sldId id="330" r:id="rId12"/>
  </p:sldIdLst>
  <p:sldSz cx="9144000" cy="5143500"/>
  <p:notesSz cx="6858000" cy="9144000"/>
  <p:embeddedFontLst>
    <p:embeddedFont>
      <p:font typeface="Gudea" panose="02000000000000000000"/>
      <p:regular r:id="rId16"/>
    </p:embeddedFont>
    <p:embeddedFont>
      <p:font typeface="Assistant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CC60C83-C395-46C2-87AB-B43C12FB7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73932c3812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73932c3812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d0c7d16c6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d0c7d16c6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b0f9523dd_0_4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b0f9523dd_0_4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b0f9523dd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b0f9523dd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4983" y="3115561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-1939667" y="-2551539"/>
            <a:ext cx="8328325" cy="4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096325" y="1370926"/>
            <a:ext cx="6951300" cy="18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2" name="Google Shape;12;p2"/>
          <p:cNvSpPr txBox="1"/>
          <p:nvPr>
            <p:ph type="subTitle" idx="1"/>
          </p:nvPr>
        </p:nvSpPr>
        <p:spPr>
          <a:xfrm>
            <a:off x="2125775" y="3409253"/>
            <a:ext cx="4892400" cy="46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-1615817" y="3306061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2514483" y="-2589639"/>
            <a:ext cx="8328325" cy="4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1813550" y="2639550"/>
            <a:ext cx="55170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type="title" idx="2" hasCustomPrompt="1"/>
          </p:nvPr>
        </p:nvSpPr>
        <p:spPr>
          <a:xfrm>
            <a:off x="3856800" y="1160663"/>
            <a:ext cx="1430100" cy="126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type="subTitle" idx="1"/>
          </p:nvPr>
        </p:nvSpPr>
        <p:spPr>
          <a:xfrm>
            <a:off x="2144550" y="3627338"/>
            <a:ext cx="48546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477943">
            <a:off x="6145787" y="-1047194"/>
            <a:ext cx="3689827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233330">
            <a:off x="-669940" y="3817454"/>
            <a:ext cx="3689827" cy="24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body" idx="1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700007" flipH="1">
            <a:off x="-1216887" y="-1011259"/>
            <a:ext cx="3689826" cy="2403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8318785" flipH="1">
            <a:off x="6268014" y="3695478"/>
            <a:ext cx="3689827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20000" y="445025"/>
            <a:ext cx="77040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title" idx="2"/>
          </p:nvPr>
        </p:nvSpPr>
        <p:spPr>
          <a:xfrm>
            <a:off x="720000" y="2039000"/>
            <a:ext cx="35115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title" idx="3"/>
          </p:nvPr>
        </p:nvSpPr>
        <p:spPr>
          <a:xfrm>
            <a:off x="4885500" y="2039000"/>
            <a:ext cx="35115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subTitle" idx="1"/>
          </p:nvPr>
        </p:nvSpPr>
        <p:spPr>
          <a:xfrm>
            <a:off x="720000" y="2735675"/>
            <a:ext cx="3511500" cy="168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◻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subTitle" idx="4"/>
          </p:nvPr>
        </p:nvSpPr>
        <p:spPr>
          <a:xfrm>
            <a:off x="4885500" y="2735675"/>
            <a:ext cx="3511500" cy="168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◻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5" flipH="1">
            <a:off x="6372738" y="-1176822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799995" flipH="1">
            <a:off x="-950887" y="395375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81183" y="3401311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-1882517" y="-2684889"/>
            <a:ext cx="8328325" cy="4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2007450" y="1126583"/>
            <a:ext cx="51291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type="subTitle" idx="1"/>
          </p:nvPr>
        </p:nvSpPr>
        <p:spPr>
          <a:xfrm>
            <a:off x="2007450" y="2715850"/>
            <a:ext cx="51291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151234" flipH="1">
            <a:off x="3047882" y="2886962"/>
            <a:ext cx="8328326" cy="439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8672818" flipH="1">
            <a:off x="-2130166" y="-2411440"/>
            <a:ext cx="8328329" cy="439997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1531200" y="1313780"/>
            <a:ext cx="6081600" cy="24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1059950" y="-1006372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6635413" y="374875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713225" y="2321445"/>
            <a:ext cx="4208400" cy="19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⃞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type="title"/>
          </p:nvPr>
        </p:nvSpPr>
        <p:spPr>
          <a:xfrm>
            <a:off x="713225" y="991000"/>
            <a:ext cx="4208400" cy="10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9"/>
          <p:cNvSpPr/>
          <p:nvPr>
            <p:ph type="pic" idx="2"/>
          </p:nvPr>
        </p:nvSpPr>
        <p:spPr>
          <a:xfrm>
            <a:off x="5440925" y="1192130"/>
            <a:ext cx="2855100" cy="285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926750" y="-1160047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6512463" y="389190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0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10"/>
          <p:cNvSpPr txBox="1"/>
          <p:nvPr>
            <p:ph type="body" idx="1"/>
          </p:nvPr>
        </p:nvSpPr>
        <p:spPr>
          <a:xfrm>
            <a:off x="720000" y="3727975"/>
            <a:ext cx="77040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udea" panose="02000000000000000000"/>
              <a:buNone/>
              <a:defRPr sz="3000" b="1">
                <a:solidFill>
                  <a:schemeClr val="dk1"/>
                </a:solidFill>
                <a:latin typeface="Gudea" panose="02000000000000000000"/>
                <a:ea typeface="Gudea" panose="02000000000000000000"/>
                <a:cs typeface="Gudea" panose="02000000000000000000"/>
                <a:sym typeface="Gudea" panose="02000000000000000000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858619">
            <a:off x="-1763744" y="3226612"/>
            <a:ext cx="8328325" cy="439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793983">
            <a:off x="3356739" y="-2438864"/>
            <a:ext cx="8328327" cy="439997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1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11"/>
          <p:cNvSpPr txBox="1"/>
          <p:nvPr>
            <p:ph type="title" hasCustomPrompt="1"/>
          </p:nvPr>
        </p:nvSpPr>
        <p:spPr>
          <a:xfrm>
            <a:off x="1500575" y="1228324"/>
            <a:ext cx="6143100" cy="1709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9" name="Google Shape;69;p11"/>
          <p:cNvSpPr txBox="1"/>
          <p:nvPr>
            <p:ph type="subTitle" idx="1"/>
          </p:nvPr>
        </p:nvSpPr>
        <p:spPr>
          <a:xfrm>
            <a:off x="1766700" y="3505987"/>
            <a:ext cx="56106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5979663" y="3974153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906237" y="-1082797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type="title" idx="2"/>
          </p:nvPr>
        </p:nvSpPr>
        <p:spPr>
          <a:xfrm>
            <a:off x="1106675" y="1408375"/>
            <a:ext cx="22455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type="title" idx="3"/>
          </p:nvPr>
        </p:nvSpPr>
        <p:spPr>
          <a:xfrm>
            <a:off x="4724400" y="1408375"/>
            <a:ext cx="22455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subTitle" idx="1"/>
          </p:nvPr>
        </p:nvSpPr>
        <p:spPr>
          <a:xfrm>
            <a:off x="1106663" y="2094775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type="subTitle" idx="4"/>
          </p:nvPr>
        </p:nvSpPr>
        <p:spPr>
          <a:xfrm>
            <a:off x="4724388" y="2094775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type="title" idx="5"/>
          </p:nvPr>
        </p:nvSpPr>
        <p:spPr>
          <a:xfrm>
            <a:off x="1106675" y="3039813"/>
            <a:ext cx="22455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type="title" idx="6"/>
          </p:nvPr>
        </p:nvSpPr>
        <p:spPr>
          <a:xfrm>
            <a:off x="4724400" y="3039813"/>
            <a:ext cx="22455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type="subTitle" idx="7"/>
          </p:nvPr>
        </p:nvSpPr>
        <p:spPr>
          <a:xfrm>
            <a:off x="1106688" y="372621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type="subTitle" idx="8"/>
          </p:nvPr>
        </p:nvSpPr>
        <p:spPr>
          <a:xfrm>
            <a:off x="4724392" y="372621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type="title" idx="9" hasCustomPrompt="1"/>
          </p:nvPr>
        </p:nvSpPr>
        <p:spPr>
          <a:xfrm>
            <a:off x="3580800" y="1408363"/>
            <a:ext cx="686400" cy="68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type="title" idx="13" hasCustomPrompt="1"/>
          </p:nvPr>
        </p:nvSpPr>
        <p:spPr>
          <a:xfrm>
            <a:off x="3580800" y="3042201"/>
            <a:ext cx="686400" cy="68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type="title" idx="14" hasCustomPrompt="1"/>
          </p:nvPr>
        </p:nvSpPr>
        <p:spPr>
          <a:xfrm>
            <a:off x="7185575" y="1408363"/>
            <a:ext cx="686400" cy="68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type="title" idx="15" hasCustomPrompt="1"/>
          </p:nvPr>
        </p:nvSpPr>
        <p:spPr>
          <a:xfrm>
            <a:off x="7185575" y="3042201"/>
            <a:ext cx="686400" cy="68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12223">
            <a:off x="2857507" y="3004262"/>
            <a:ext cx="8328323" cy="439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615668">
            <a:off x="-2188815" y="-2305712"/>
            <a:ext cx="8328324" cy="43999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4007950" y="1560850"/>
            <a:ext cx="3301200" cy="1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14"/>
          <p:cNvSpPr txBox="1"/>
          <p:nvPr>
            <p:ph type="title" idx="2" hasCustomPrompt="1"/>
          </p:nvPr>
        </p:nvSpPr>
        <p:spPr>
          <a:xfrm>
            <a:off x="2025350" y="1560825"/>
            <a:ext cx="1430100" cy="126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4" name="Google Shape;94;p14"/>
          <p:cNvSpPr txBox="1"/>
          <p:nvPr>
            <p:ph type="subTitle" idx="1"/>
          </p:nvPr>
        </p:nvSpPr>
        <p:spPr>
          <a:xfrm>
            <a:off x="4007950" y="3174463"/>
            <a:ext cx="24153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12223" flipH="1">
            <a:off x="-1573267" y="3245662"/>
            <a:ext cx="8328323" cy="439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615668" flipH="1">
            <a:off x="2293092" y="-2286662"/>
            <a:ext cx="8328324" cy="43999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1743100" y="1443638"/>
            <a:ext cx="3625200" cy="1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5"/>
          <p:cNvSpPr txBox="1"/>
          <p:nvPr>
            <p:ph type="title" idx="2" hasCustomPrompt="1"/>
          </p:nvPr>
        </p:nvSpPr>
        <p:spPr>
          <a:xfrm>
            <a:off x="5970800" y="2432963"/>
            <a:ext cx="1430100" cy="126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/>
          <p:nvPr>
            <p:ph type="subTitle" idx="1"/>
          </p:nvPr>
        </p:nvSpPr>
        <p:spPr>
          <a:xfrm>
            <a:off x="1743100" y="3077742"/>
            <a:ext cx="24153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144179" flipH="1">
            <a:off x="2750295" y="3036111"/>
            <a:ext cx="8328323" cy="439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8793983" flipH="1">
            <a:off x="-1798692" y="-2382739"/>
            <a:ext cx="8328327" cy="4399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3933600" y="1415631"/>
            <a:ext cx="3649200" cy="1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" name="Google Shape;107;p16"/>
          <p:cNvSpPr txBox="1"/>
          <p:nvPr>
            <p:ph type="title" idx="2" hasCustomPrompt="1"/>
          </p:nvPr>
        </p:nvSpPr>
        <p:spPr>
          <a:xfrm>
            <a:off x="1561200" y="1938288"/>
            <a:ext cx="1430100" cy="126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08" name="Google Shape;108;p16"/>
          <p:cNvSpPr txBox="1"/>
          <p:nvPr>
            <p:ph type="subTitle" idx="1"/>
          </p:nvPr>
        </p:nvSpPr>
        <p:spPr>
          <a:xfrm>
            <a:off x="3933601" y="3116011"/>
            <a:ext cx="24309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950887" y="-1176822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6372738" y="395375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477943">
            <a:off x="6145787" y="-1047194"/>
            <a:ext cx="3689827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233330">
            <a:off x="-669940" y="3817454"/>
            <a:ext cx="3689827" cy="24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477943" flipH="1">
            <a:off x="-661090" y="-1047194"/>
            <a:ext cx="3689827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8233330" flipH="1">
            <a:off x="6197862" y="3741804"/>
            <a:ext cx="3689827" cy="24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5" flipH="1">
            <a:off x="6372738" y="-1176822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799995" flipH="1">
            <a:off x="-950887" y="395375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720000" y="4450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-1680967" y="-2541289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0799995">
            <a:off x="6585863" y="371800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21"/>
          <p:cNvSpPr txBox="1"/>
          <p:nvPr>
            <p:ph type="title"/>
          </p:nvPr>
        </p:nvSpPr>
        <p:spPr>
          <a:xfrm>
            <a:off x="3058525" y="3241805"/>
            <a:ext cx="4550400" cy="55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4" name="Google Shape;134;p21"/>
          <p:cNvSpPr txBox="1"/>
          <p:nvPr>
            <p:ph type="subTitle" idx="1"/>
          </p:nvPr>
        </p:nvSpPr>
        <p:spPr>
          <a:xfrm>
            <a:off x="1534950" y="1283363"/>
            <a:ext cx="6074100" cy="17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655437" y="-1181951"/>
            <a:ext cx="3689820" cy="2403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898517">
            <a:off x="3862582" y="3230861"/>
            <a:ext cx="8328327" cy="439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22"/>
          <p:cNvSpPr txBox="1"/>
          <p:nvPr>
            <p:ph type="title" hasCustomPrompt="1"/>
          </p:nvPr>
        </p:nvSpPr>
        <p:spPr>
          <a:xfrm>
            <a:off x="1198050" y="1045100"/>
            <a:ext cx="3105300" cy="88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40" name="Google Shape;140;p22"/>
          <p:cNvSpPr txBox="1"/>
          <p:nvPr>
            <p:ph type="subTitle" idx="1"/>
          </p:nvPr>
        </p:nvSpPr>
        <p:spPr>
          <a:xfrm>
            <a:off x="1198038" y="2001375"/>
            <a:ext cx="31053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type="title" idx="2" hasCustomPrompt="1"/>
          </p:nvPr>
        </p:nvSpPr>
        <p:spPr>
          <a:xfrm>
            <a:off x="4840644" y="1045100"/>
            <a:ext cx="3105300" cy="88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42" name="Google Shape;142;p22"/>
          <p:cNvSpPr txBox="1"/>
          <p:nvPr>
            <p:ph type="subTitle" idx="3"/>
          </p:nvPr>
        </p:nvSpPr>
        <p:spPr>
          <a:xfrm>
            <a:off x="4840638" y="2001375"/>
            <a:ext cx="31053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type="title" idx="4" hasCustomPrompt="1"/>
          </p:nvPr>
        </p:nvSpPr>
        <p:spPr>
          <a:xfrm>
            <a:off x="4840644" y="2863675"/>
            <a:ext cx="3105300" cy="88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44" name="Google Shape;144;p22"/>
          <p:cNvSpPr txBox="1"/>
          <p:nvPr>
            <p:ph type="subTitle" idx="5"/>
          </p:nvPr>
        </p:nvSpPr>
        <p:spPr>
          <a:xfrm>
            <a:off x="4840638" y="3819950"/>
            <a:ext cx="31053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type="title" idx="6" hasCustomPrompt="1"/>
          </p:nvPr>
        </p:nvSpPr>
        <p:spPr>
          <a:xfrm>
            <a:off x="1198050" y="2863675"/>
            <a:ext cx="3105300" cy="88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46" name="Google Shape;146;p22"/>
          <p:cNvSpPr txBox="1"/>
          <p:nvPr>
            <p:ph type="subTitle" idx="7"/>
          </p:nvPr>
        </p:nvSpPr>
        <p:spPr>
          <a:xfrm>
            <a:off x="1198038" y="3819950"/>
            <a:ext cx="31053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10183" y="3282036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">
            <a:off x="-1131700" y="-998247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23"/>
          <p:cNvSpPr txBox="1"/>
          <p:nvPr>
            <p:ph type="title"/>
          </p:nvPr>
        </p:nvSpPr>
        <p:spPr>
          <a:xfrm>
            <a:off x="6114000" y="2443689"/>
            <a:ext cx="22155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type="title" idx="2"/>
          </p:nvPr>
        </p:nvSpPr>
        <p:spPr>
          <a:xfrm>
            <a:off x="3464255" y="2443689"/>
            <a:ext cx="22155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type="subTitle" idx="1"/>
          </p:nvPr>
        </p:nvSpPr>
        <p:spPr>
          <a:xfrm>
            <a:off x="814501" y="3053831"/>
            <a:ext cx="2215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type="subTitle" idx="3"/>
          </p:nvPr>
        </p:nvSpPr>
        <p:spPr>
          <a:xfrm>
            <a:off x="3464249" y="3053831"/>
            <a:ext cx="2215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type="title" idx="4"/>
          </p:nvPr>
        </p:nvSpPr>
        <p:spPr>
          <a:xfrm>
            <a:off x="814500" y="2443689"/>
            <a:ext cx="22155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type="subTitle" idx="5"/>
          </p:nvPr>
        </p:nvSpPr>
        <p:spPr>
          <a:xfrm>
            <a:off x="6114001" y="3053831"/>
            <a:ext cx="2215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799995" flipH="1">
            <a:off x="-824537" y="3877553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487517" flipH="1">
            <a:off x="6296534" y="-960496"/>
            <a:ext cx="3689828" cy="240342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6019500" y="1516417"/>
            <a:ext cx="24045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type="title" idx="2"/>
          </p:nvPr>
        </p:nvSpPr>
        <p:spPr>
          <a:xfrm>
            <a:off x="3369747" y="1516417"/>
            <a:ext cx="24045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type="subTitle" idx="1"/>
          </p:nvPr>
        </p:nvSpPr>
        <p:spPr>
          <a:xfrm>
            <a:off x="720001" y="2066879"/>
            <a:ext cx="2404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type="subTitle" idx="3"/>
          </p:nvPr>
        </p:nvSpPr>
        <p:spPr>
          <a:xfrm>
            <a:off x="3369741" y="2066879"/>
            <a:ext cx="2404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type="title" idx="4"/>
          </p:nvPr>
        </p:nvSpPr>
        <p:spPr>
          <a:xfrm>
            <a:off x="720000" y="1516417"/>
            <a:ext cx="24045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type="subTitle" idx="5"/>
          </p:nvPr>
        </p:nvSpPr>
        <p:spPr>
          <a:xfrm>
            <a:off x="6019500" y="2066879"/>
            <a:ext cx="2404500" cy="8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505850" y="-1252347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6281050" y="3839803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1935763" y="1511738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type="title" idx="2"/>
          </p:nvPr>
        </p:nvSpPr>
        <p:spPr>
          <a:xfrm>
            <a:off x="5613134" y="1511738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type="subTitle" idx="1"/>
          </p:nvPr>
        </p:nvSpPr>
        <p:spPr>
          <a:xfrm>
            <a:off x="1935762" y="2071217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type="subTitle" idx="3"/>
          </p:nvPr>
        </p:nvSpPr>
        <p:spPr>
          <a:xfrm>
            <a:off x="5613125" y="2071217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type="title" idx="4"/>
          </p:nvPr>
        </p:nvSpPr>
        <p:spPr>
          <a:xfrm>
            <a:off x="1935763" y="3036245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type="title" idx="5"/>
          </p:nvPr>
        </p:nvSpPr>
        <p:spPr>
          <a:xfrm>
            <a:off x="5613134" y="3036245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type="subTitle" idx="6"/>
          </p:nvPr>
        </p:nvSpPr>
        <p:spPr>
          <a:xfrm>
            <a:off x="1935762" y="3595725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type="subTitle" idx="7"/>
          </p:nvPr>
        </p:nvSpPr>
        <p:spPr>
          <a:xfrm>
            <a:off x="5613125" y="3595725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799995">
            <a:off x="6281050" y="3839803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">
            <a:off x="-505850" y="-1252347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26"/>
          <p:cNvSpPr txBox="1"/>
          <p:nvPr>
            <p:ph type="title"/>
          </p:nvPr>
        </p:nvSpPr>
        <p:spPr>
          <a:xfrm>
            <a:off x="695388" y="1460513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 idx="2"/>
          </p:nvPr>
        </p:nvSpPr>
        <p:spPr>
          <a:xfrm>
            <a:off x="5977072" y="1460513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type="subTitle" idx="1"/>
          </p:nvPr>
        </p:nvSpPr>
        <p:spPr>
          <a:xfrm>
            <a:off x="695412" y="2019992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type="subTitle" idx="3"/>
          </p:nvPr>
        </p:nvSpPr>
        <p:spPr>
          <a:xfrm>
            <a:off x="5977087" y="2019992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type="title" idx="4"/>
          </p:nvPr>
        </p:nvSpPr>
        <p:spPr>
          <a:xfrm>
            <a:off x="695413" y="2985020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type="title" idx="5"/>
          </p:nvPr>
        </p:nvSpPr>
        <p:spPr>
          <a:xfrm>
            <a:off x="5977072" y="2985020"/>
            <a:ext cx="2453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type="subTitle" idx="6"/>
          </p:nvPr>
        </p:nvSpPr>
        <p:spPr>
          <a:xfrm>
            <a:off x="695412" y="3544500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type="subTitle" idx="7"/>
          </p:nvPr>
        </p:nvSpPr>
        <p:spPr>
          <a:xfrm>
            <a:off x="5977087" y="3544500"/>
            <a:ext cx="2453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799995" flipH="1">
            <a:off x="-614469" y="3911189"/>
            <a:ext cx="3689825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5" flipH="1">
            <a:off x="6394706" y="-1089141"/>
            <a:ext cx="3689825" cy="240342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824075" y="1536899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type="title" idx="2"/>
          </p:nvPr>
        </p:nvSpPr>
        <p:spPr>
          <a:xfrm>
            <a:off x="3544567" y="1536899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" name="Google Shape;201;p27"/>
          <p:cNvSpPr txBox="1"/>
          <p:nvPr>
            <p:ph type="subTitle" idx="1"/>
          </p:nvPr>
        </p:nvSpPr>
        <p:spPr>
          <a:xfrm>
            <a:off x="824075" y="20998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7"/>
          <p:cNvSpPr txBox="1"/>
          <p:nvPr>
            <p:ph type="subTitle" idx="3"/>
          </p:nvPr>
        </p:nvSpPr>
        <p:spPr>
          <a:xfrm>
            <a:off x="3544563" y="20998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7"/>
          <p:cNvSpPr txBox="1"/>
          <p:nvPr>
            <p:ph type="title" idx="4"/>
          </p:nvPr>
        </p:nvSpPr>
        <p:spPr>
          <a:xfrm>
            <a:off x="824075" y="3061298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type="title" idx="5"/>
          </p:nvPr>
        </p:nvSpPr>
        <p:spPr>
          <a:xfrm>
            <a:off x="3544567" y="3061298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27"/>
          <p:cNvSpPr txBox="1"/>
          <p:nvPr>
            <p:ph type="subTitle" idx="6"/>
          </p:nvPr>
        </p:nvSpPr>
        <p:spPr>
          <a:xfrm>
            <a:off x="824075" y="36243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type="subTitle" idx="7"/>
          </p:nvPr>
        </p:nvSpPr>
        <p:spPr>
          <a:xfrm>
            <a:off x="3544563" y="36243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type="title" idx="9"/>
          </p:nvPr>
        </p:nvSpPr>
        <p:spPr>
          <a:xfrm>
            <a:off x="6265046" y="1536899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type="subTitle" idx="13"/>
          </p:nvPr>
        </p:nvSpPr>
        <p:spPr>
          <a:xfrm>
            <a:off x="6265037" y="20998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 txBox="1"/>
          <p:nvPr>
            <p:ph type="title" idx="14"/>
          </p:nvPr>
        </p:nvSpPr>
        <p:spPr>
          <a:xfrm>
            <a:off x="6265046" y="3061298"/>
            <a:ext cx="2055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27"/>
          <p:cNvSpPr txBox="1"/>
          <p:nvPr>
            <p:ph type="subTitle" idx="15"/>
          </p:nvPr>
        </p:nvSpPr>
        <p:spPr>
          <a:xfrm>
            <a:off x="6265037" y="3624314"/>
            <a:ext cx="205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9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477943">
            <a:off x="6145787" y="-1047194"/>
            <a:ext cx="3689827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233330">
            <a:off x="-669940" y="3817454"/>
            <a:ext cx="3689827" cy="24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28"/>
          <p:cNvSpPr txBox="1"/>
          <p:nvPr>
            <p:ph type="subTitle" idx="1"/>
          </p:nvPr>
        </p:nvSpPr>
        <p:spPr>
          <a:xfrm>
            <a:off x="1400688" y="194702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subTitle" idx="2"/>
          </p:nvPr>
        </p:nvSpPr>
        <p:spPr>
          <a:xfrm>
            <a:off x="1400663" y="26198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8"/>
          <p:cNvSpPr txBox="1"/>
          <p:nvPr>
            <p:ph type="subTitle" idx="3"/>
          </p:nvPr>
        </p:nvSpPr>
        <p:spPr>
          <a:xfrm>
            <a:off x="1400688" y="329272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type="subTitle" idx="4"/>
          </p:nvPr>
        </p:nvSpPr>
        <p:spPr>
          <a:xfrm>
            <a:off x="1400663" y="39655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type="title"/>
          </p:nvPr>
        </p:nvSpPr>
        <p:spPr>
          <a:xfrm>
            <a:off x="719975" y="445025"/>
            <a:ext cx="770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type="subTitle" idx="5"/>
          </p:nvPr>
        </p:nvSpPr>
        <p:spPr>
          <a:xfrm>
            <a:off x="1400688" y="12741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8"/>
          <p:cNvSpPr txBox="1"/>
          <p:nvPr>
            <p:ph type="subTitle" idx="6"/>
          </p:nvPr>
        </p:nvSpPr>
        <p:spPr>
          <a:xfrm>
            <a:off x="5363112" y="194702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type="subTitle" idx="7"/>
          </p:nvPr>
        </p:nvSpPr>
        <p:spPr>
          <a:xfrm>
            <a:off x="5363087" y="26198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type="subTitle" idx="8"/>
          </p:nvPr>
        </p:nvSpPr>
        <p:spPr>
          <a:xfrm>
            <a:off x="5363112" y="329272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8"/>
          <p:cNvSpPr txBox="1"/>
          <p:nvPr>
            <p:ph type="subTitle" idx="9"/>
          </p:nvPr>
        </p:nvSpPr>
        <p:spPr>
          <a:xfrm>
            <a:off x="5363087" y="39655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type="subTitle" idx="13"/>
          </p:nvPr>
        </p:nvSpPr>
        <p:spPr>
          <a:xfrm>
            <a:off x="5363112" y="1274175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91333" y="3314461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491617" flipH="1">
            <a:off x="-537369" y="-1084697"/>
            <a:ext cx="3689821" cy="2403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29"/>
          <p:cNvSpPr txBox="1"/>
          <p:nvPr>
            <p:ph type="title"/>
          </p:nvPr>
        </p:nvSpPr>
        <p:spPr>
          <a:xfrm>
            <a:off x="4931100" y="1113475"/>
            <a:ext cx="3413100" cy="157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19191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2" name="Google Shape;232;p29"/>
          <p:cNvSpPr txBox="1"/>
          <p:nvPr>
            <p:ph type="subTitle" idx="1"/>
          </p:nvPr>
        </p:nvSpPr>
        <p:spPr>
          <a:xfrm>
            <a:off x="4931100" y="2964375"/>
            <a:ext cx="34131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9"/>
          <p:cNvSpPr/>
          <p:nvPr>
            <p:ph type="pic" idx="2"/>
          </p:nvPr>
        </p:nvSpPr>
        <p:spPr>
          <a:xfrm>
            <a:off x="1356400" y="1192130"/>
            <a:ext cx="2855100" cy="285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CUSTOM_6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91333" y="3314461"/>
            <a:ext cx="8328325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491617" flipH="1">
            <a:off x="-537369" y="-1084697"/>
            <a:ext cx="3689821" cy="2403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30"/>
          <p:cNvSpPr txBox="1"/>
          <p:nvPr>
            <p:ph type="title"/>
          </p:nvPr>
        </p:nvSpPr>
        <p:spPr>
          <a:xfrm>
            <a:off x="956250" y="1468382"/>
            <a:ext cx="3218400" cy="10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9" name="Google Shape;239;p30"/>
          <p:cNvSpPr txBox="1"/>
          <p:nvPr>
            <p:ph type="subTitle" idx="1"/>
          </p:nvPr>
        </p:nvSpPr>
        <p:spPr>
          <a:xfrm>
            <a:off x="956250" y="2810020"/>
            <a:ext cx="3218400" cy="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619803">
            <a:off x="-1513968" y="-2582289"/>
            <a:ext cx="8328326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30049">
            <a:off x="2828133" y="3295637"/>
            <a:ext cx="8328324" cy="439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1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31"/>
          <p:cNvSpPr txBox="1"/>
          <p:nvPr>
            <p:ph type="ctrTitle"/>
          </p:nvPr>
        </p:nvSpPr>
        <p:spPr>
          <a:xfrm>
            <a:off x="1028375" y="1410688"/>
            <a:ext cx="3602100" cy="97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245" name="Google Shape;245;p31"/>
          <p:cNvSpPr txBox="1"/>
          <p:nvPr>
            <p:ph type="subTitle" idx="1"/>
          </p:nvPr>
        </p:nvSpPr>
        <p:spPr>
          <a:xfrm>
            <a:off x="1028375" y="2622911"/>
            <a:ext cx="3602100" cy="11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6" name="Google Shape;246;p31"/>
          <p:cNvSpPr txBox="1"/>
          <p:nvPr/>
        </p:nvSpPr>
        <p:spPr>
          <a:xfrm>
            <a:off x="4732950" y="2631100"/>
            <a:ext cx="33384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5"/>
              </a:rPr>
              <a:t>Freepik</a:t>
            </a:r>
            <a:endParaRPr sz="12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619803" flipH="1">
            <a:off x="2627776" y="-2544189"/>
            <a:ext cx="8328326" cy="4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-1600024" y="2800336"/>
            <a:ext cx="8328325" cy="4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477943" flipH="1">
            <a:off x="-584890" y="-1104344"/>
            <a:ext cx="3689827" cy="240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8233330" flipH="1">
            <a:off x="6135587" y="3760304"/>
            <a:ext cx="3689827" cy="24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322628">
            <a:off x="5830786" y="-1154595"/>
            <a:ext cx="3689827" cy="2403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" flipH="1">
            <a:off x="-1714323" y="3018197"/>
            <a:ext cx="8328325" cy="4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/>
          <p:nvPr/>
        </p:nvSpPr>
        <p:spPr>
          <a:xfrm>
            <a:off x="359650" y="281400"/>
            <a:ext cx="8424600" cy="458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270000"/>
            <a:ext cx="8100000" cy="54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udea" panose="02000000000000000000"/>
              <a:buNone/>
              <a:defRPr sz="3000" b="1">
                <a:solidFill>
                  <a:schemeClr val="dk1"/>
                </a:solidFill>
                <a:latin typeface="Gudea" panose="02000000000000000000"/>
                <a:ea typeface="Gudea" panose="02000000000000000000"/>
                <a:cs typeface="Gudea" panose="02000000000000000000"/>
                <a:sym typeface="Gudea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 panose="020B0606020202050201"/>
              <a:buNone/>
              <a:defRPr sz="30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ctrTitle"/>
          </p:nvPr>
        </p:nvSpPr>
        <p:spPr>
          <a:xfrm>
            <a:off x="759460" y="1348105"/>
            <a:ext cx="7627620" cy="1046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/>
              <a:t>LearnNova – A Digital Education Platform for Inclusive and Quality Learning</a:t>
            </a:r>
            <a:endParaRPr lang="en-US" altLang="en-US" sz="2400"/>
          </a:p>
        </p:txBody>
      </p:sp>
      <p:sp>
        <p:nvSpPr>
          <p:cNvPr id="270" name="Google Shape;270;p38"/>
          <p:cNvSpPr txBox="1"/>
          <p:nvPr>
            <p:ph type="subTitle" idx="1"/>
          </p:nvPr>
        </p:nvSpPr>
        <p:spPr>
          <a:xfrm>
            <a:off x="952500" y="2496820"/>
            <a:ext cx="7547610" cy="19653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Presented b</a:t>
            </a:r>
            <a:r>
              <a:rPr lang="en-US" altLang="en-US" b="1"/>
              <a:t>y:</a:t>
            </a:r>
            <a:r>
              <a:rPr lang="en-US" altLang="en-US"/>
              <a:t>  Muskan Derwal          (0187CS221129)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                               Prachi Kumari</a:t>
            </a:r>
            <a:r>
              <a:rPr lang="en-US" altLang="en-US">
                <a:sym typeface="+mn-ea"/>
              </a:rPr>
              <a:t>            (0187CS221150)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                               Mahendra Ahirwar</a:t>
            </a:r>
            <a:r>
              <a:rPr lang="en-US" altLang="en-US">
                <a:sym typeface="+mn-ea"/>
              </a:rPr>
              <a:t>   (0187CS221113)</a:t>
            </a:r>
            <a:endParaRPr lang="en-US" altLang="en-US"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Mentor:</a:t>
            </a:r>
            <a:r>
              <a:rPr lang="en-US" altLang="en-US"/>
              <a:t> </a:t>
            </a:r>
            <a:r>
              <a:rPr lang="en-US" altLang="en-US">
                <a:sym typeface="+mn-ea"/>
              </a:rPr>
              <a:t>Prof. </a:t>
            </a:r>
            <a:r>
              <a:rPr lang="en-US" altLang="en-US"/>
              <a:t>Shumali Gupta</a:t>
            </a:r>
            <a:endParaRPr lang="en-US" altLang="en-US"/>
          </a:p>
        </p:txBody>
      </p:sp>
      <p:cxnSp>
        <p:nvCxnSpPr>
          <p:cNvPr id="271" name="Google Shape;271;p38"/>
          <p:cNvCxnSpPr/>
          <p:nvPr/>
        </p:nvCxnSpPr>
        <p:spPr>
          <a:xfrm>
            <a:off x="2987950" y="2355697"/>
            <a:ext cx="31686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096010" y="699770"/>
            <a:ext cx="6951345" cy="651510"/>
          </a:xfrm>
        </p:spPr>
        <p:txBody>
          <a:bodyPr/>
          <a:p>
            <a:r>
              <a:rPr lang="en-US" altLang="en-US" sz="3200"/>
              <a:t>Problem Statement</a:t>
            </a:r>
            <a:endParaRPr lang="en-US" altLang="en-US" sz="3200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755650" y="1531620"/>
            <a:ext cx="7282815" cy="2276475"/>
          </a:xfrm>
        </p:spPr>
        <p:txBody>
          <a:bodyPr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Students (Class 6–12) do not get all study material in one place.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Notes are not organized in categories like lesson notes, important points, and Q&amp;A.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Students face difficulty in finding simple and understandable content.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There is no single platform for all subjects and chapters.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Limited platforms provide structured and affordable learning for school students</a:t>
            </a:r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096010" y="690245"/>
            <a:ext cx="6951345" cy="629920"/>
          </a:xfrm>
        </p:spPr>
        <p:txBody>
          <a:bodyPr/>
          <a:p>
            <a:r>
              <a:rPr lang="en-US" altLang="en-US" sz="3200"/>
              <a:t>Solution</a:t>
            </a:r>
            <a:endParaRPr lang="en-US" altLang="en-US" sz="3200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410210" y="1458595"/>
            <a:ext cx="4639310" cy="2832100"/>
          </a:xfrm>
        </p:spPr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400"/>
              <a:t>LearnNova is an online learning platform designed for school students.</a:t>
            </a:r>
            <a:endParaRPr lang="en-US" altLang="en-US" sz="1400"/>
          </a:p>
          <a:p>
            <a:pPr marL="139700" indent="0" algn="l">
              <a:buFont typeface="Arial" panose="020B0604020202020204" pitchFamily="34" charset="0"/>
            </a:pP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400"/>
              <a:t>It focuses on Class 6 to 12 with complete subject coverage.</a:t>
            </a: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400"/>
              <a:t>It provides structured and easy-to-understand study material.</a:t>
            </a: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400"/>
              <a:t>Our goal is to make learning simple, accessible, and engaging for every student.</a:t>
            </a: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400"/>
              <a:t>Offer both free trial and paid subscription.</a:t>
            </a:r>
            <a:endParaRPr lang="en-US" alt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3913505" y="261620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5" name="Picture 4" descr="Screenshot (315)"/>
          <p:cNvPicPr>
            <a:picLocks noChangeAspect="1"/>
          </p:cNvPicPr>
          <p:nvPr/>
        </p:nvPicPr>
        <p:blipFill>
          <a:blip r:embed="rId1"/>
          <a:srcRect t="9974" r="2309" b="10561"/>
          <a:stretch>
            <a:fillRect/>
          </a:stretch>
        </p:blipFill>
        <p:spPr>
          <a:xfrm>
            <a:off x="5147945" y="1419860"/>
            <a:ext cx="3509645" cy="3096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Technology Stack</a:t>
            </a:r>
            <a:endParaRPr lang="en-US" altLang="en-US"/>
          </a:p>
        </p:txBody>
      </p:sp>
      <p:graphicFrame>
        <p:nvGraphicFramePr>
          <p:cNvPr id="277" name="Google Shape;277;p39"/>
          <p:cNvGraphicFramePr/>
          <p:nvPr>
            <p:custDataLst>
              <p:tags r:id="rId1"/>
            </p:custDataLst>
          </p:nvPr>
        </p:nvGraphicFramePr>
        <p:xfrm>
          <a:off x="560070" y="1720850"/>
          <a:ext cx="3521075" cy="1684020"/>
        </p:xfrm>
        <a:graphic>
          <a:graphicData uri="http://schemas.openxmlformats.org/drawingml/2006/table">
            <a:tbl>
              <a:tblPr>
                <a:noFill/>
                <a:tableStyleId>{1CC60C83-C395-46C2-87AB-B43C12FB7E93}</a:tableStyleId>
              </a:tblPr>
              <a:tblGrid>
                <a:gridCol w="1331595"/>
                <a:gridCol w="2189480"/>
              </a:tblGrid>
              <a:tr h="42100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F</a:t>
                      </a:r>
                      <a:r>
                        <a:rPr lang="en-US" alt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RONTEND</a:t>
                      </a:r>
                      <a:endParaRPr lang="en-US" altLang="en-GB" sz="11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Gudea" panose="02000000000000000000"/>
                        <a:ea typeface="Gudea" panose="02000000000000000000"/>
                        <a:cs typeface="Gudea" panose="02000000000000000000"/>
                        <a:sym typeface="Gudea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2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React.js</a:t>
                      </a:r>
                      <a:endParaRPr lang="en-US" altLang="en-US" sz="12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BACKEND</a:t>
                      </a:r>
                      <a:endParaRPr lang="en-US" altLang="en-GB" sz="1100" b="1">
                        <a:solidFill>
                          <a:schemeClr val="dk1"/>
                        </a:solidFill>
                        <a:latin typeface="Gudea" panose="02000000000000000000"/>
                        <a:ea typeface="Gudea" panose="02000000000000000000"/>
                        <a:cs typeface="Gudea" panose="02000000000000000000"/>
                        <a:sym typeface="Gudea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2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Node.js, Ex</a:t>
                      </a:r>
                      <a:r>
                        <a:rPr lang="en-US" altLang="en-US" sz="12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+mn-ea"/>
                        </a:rPr>
                        <a:t>press.js</a:t>
                      </a:r>
                      <a:endParaRPr lang="en-US" altLang="en-US" sz="12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DATABASE</a:t>
                      </a:r>
                      <a:endParaRPr lang="en-US" altLang="en-GB" sz="11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Gudea" panose="02000000000000000000"/>
                        <a:ea typeface="Gudea" panose="02000000000000000000"/>
                        <a:cs typeface="Gudea" panose="02000000000000000000"/>
                        <a:sym typeface="Gudea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2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MongoDB</a:t>
                      </a:r>
                      <a:endParaRPr lang="en-US" altLang="en-US" sz="12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FILE U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P</a:t>
                      </a:r>
                      <a:r>
                        <a:rPr lang="en-US" altLang="en-GB" sz="1100" b="1">
                          <a:solidFill>
                            <a:schemeClr val="dk1"/>
                          </a:solidFill>
                          <a:latin typeface="Gudea" panose="02000000000000000000"/>
                          <a:ea typeface="Gudea" panose="02000000000000000000"/>
                          <a:cs typeface="Gudea" panose="02000000000000000000"/>
                          <a:sym typeface="Gudea" panose="02000000000000000000"/>
                        </a:rPr>
                        <a:t>LOAD</a:t>
                      </a:r>
                      <a:endParaRPr lang="en-US" altLang="en-GB" sz="11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Gudea" panose="02000000000000000000"/>
                        <a:ea typeface="Gudea" panose="02000000000000000000"/>
                        <a:cs typeface="Gudea" panose="02000000000000000000"/>
                        <a:sym typeface="Gudea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2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Multer (Notes &amp; resources)</a:t>
                      </a:r>
                      <a:endParaRPr lang="en-US" altLang="en-US" sz="12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Screenshot (319)"/>
          <p:cNvPicPr>
            <a:picLocks noChangeAspect="1"/>
          </p:cNvPicPr>
          <p:nvPr/>
        </p:nvPicPr>
        <p:blipFill>
          <a:blip r:embed="rId2"/>
          <a:srcRect l="243" t="11967" b="5714"/>
          <a:stretch>
            <a:fillRect/>
          </a:stretch>
        </p:blipFill>
        <p:spPr>
          <a:xfrm>
            <a:off x="4159885" y="1348105"/>
            <a:ext cx="4552950" cy="2880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 idx="14"/>
          </p:nvPr>
        </p:nvSpPr>
        <p:spPr>
          <a:xfrm>
            <a:off x="7185575" y="1408363"/>
            <a:ext cx="6864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286" name="Google Shape;286;p40"/>
          <p:cNvSpPr txBox="1"/>
          <p:nvPr>
            <p:ph type="title" idx="15"/>
          </p:nvPr>
        </p:nvSpPr>
        <p:spPr>
          <a:xfrm>
            <a:off x="7185575" y="3220001"/>
            <a:ext cx="6864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287" name="Google Shape;287;p40"/>
          <p:cNvSpPr txBox="1"/>
          <p:nvPr>
            <p:ph type="title" idx="13"/>
          </p:nvPr>
        </p:nvSpPr>
        <p:spPr>
          <a:xfrm>
            <a:off x="3636045" y="3220001"/>
            <a:ext cx="6864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288" name="Google Shape;288;p40"/>
          <p:cNvSpPr txBox="1"/>
          <p:nvPr>
            <p:ph type="title" idx="9"/>
          </p:nvPr>
        </p:nvSpPr>
        <p:spPr>
          <a:xfrm>
            <a:off x="3580800" y="1408363"/>
            <a:ext cx="6864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89" name="Google Shape;28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Key Features</a:t>
            </a:r>
            <a:endParaRPr lang="en-US" altLang="en-US"/>
          </a:p>
        </p:txBody>
      </p:sp>
      <p:sp>
        <p:nvSpPr>
          <p:cNvPr id="290" name="Google Shape;290;p40"/>
          <p:cNvSpPr txBox="1"/>
          <p:nvPr>
            <p:ph type="title" idx="2"/>
          </p:nvPr>
        </p:nvSpPr>
        <p:spPr>
          <a:xfrm>
            <a:off x="1119505" y="1348105"/>
            <a:ext cx="2245360" cy="8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/>
              <a:t>Category-wise Notes:</a:t>
            </a:r>
            <a:endParaRPr lang="en-US" altLang="en-US" sz="2400"/>
          </a:p>
        </p:txBody>
      </p:sp>
      <p:sp>
        <p:nvSpPr>
          <p:cNvPr id="291" name="Google Shape;291;p40"/>
          <p:cNvSpPr txBox="1"/>
          <p:nvPr>
            <p:ph type="title" idx="3"/>
          </p:nvPr>
        </p:nvSpPr>
        <p:spPr>
          <a:xfrm>
            <a:off x="4724400" y="1421130"/>
            <a:ext cx="2245360" cy="8293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/>
              <a:t>Class-wise Content</a:t>
            </a:r>
            <a:endParaRPr lang="en-US" altLang="en-US" sz="2400"/>
          </a:p>
        </p:txBody>
      </p:sp>
      <p:sp>
        <p:nvSpPr>
          <p:cNvPr id="292" name="Google Shape;292;p40"/>
          <p:cNvSpPr txBox="1"/>
          <p:nvPr>
            <p:ph type="subTitle" idx="1"/>
          </p:nvPr>
        </p:nvSpPr>
        <p:spPr>
          <a:xfrm>
            <a:off x="1106805" y="2067560"/>
            <a:ext cx="3054985" cy="778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200"/>
              <a:t>Lesson Notes</a:t>
            </a:r>
            <a:endParaRPr lang="en-US" altLang="en-US" sz="12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200"/>
              <a:t>Important Notes</a:t>
            </a:r>
            <a:endParaRPr lang="en-US" altLang="en-US" sz="12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200"/>
              <a:t>Q&amp;A</a:t>
            </a:r>
            <a:endParaRPr lang="en-US" altLang="en-US" sz="12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200"/>
              <a:t>Video Lectures</a:t>
            </a:r>
            <a:endParaRPr lang="en-US" altLang="en-US" sz="1200"/>
          </a:p>
        </p:txBody>
      </p:sp>
      <p:sp>
        <p:nvSpPr>
          <p:cNvPr id="293" name="Google Shape;293;p40"/>
          <p:cNvSpPr txBox="1"/>
          <p:nvPr>
            <p:ph type="subTitle" idx="4"/>
          </p:nvPr>
        </p:nvSpPr>
        <p:spPr>
          <a:xfrm>
            <a:off x="4968875" y="2275205"/>
            <a:ext cx="2593975" cy="392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1200"/>
              <a:t>All subjects &amp; chapters (6–12)</a:t>
            </a:r>
            <a:endParaRPr lang="en-US" altLang="en-US" sz="1200"/>
          </a:p>
        </p:txBody>
      </p:sp>
      <p:sp>
        <p:nvSpPr>
          <p:cNvPr id="294" name="Google Shape;294;p40"/>
          <p:cNvSpPr txBox="1"/>
          <p:nvPr>
            <p:ph type="title" idx="5"/>
          </p:nvPr>
        </p:nvSpPr>
        <p:spPr>
          <a:xfrm>
            <a:off x="1187450" y="3227070"/>
            <a:ext cx="2245360" cy="8356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/>
              <a:t>Student Dashboard</a:t>
            </a:r>
            <a:endParaRPr lang="en-US" altLang="en-US" sz="2400"/>
          </a:p>
        </p:txBody>
      </p:sp>
      <p:sp>
        <p:nvSpPr>
          <p:cNvPr id="295" name="Google Shape;295;p40"/>
          <p:cNvSpPr txBox="1"/>
          <p:nvPr>
            <p:ph type="title" idx="6"/>
          </p:nvPr>
        </p:nvSpPr>
        <p:spPr>
          <a:xfrm>
            <a:off x="4787900" y="3220085"/>
            <a:ext cx="2580640" cy="8426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/>
              <a:t>User-Friendly Interface</a:t>
            </a:r>
            <a:endParaRPr lang="en-US" altLang="en-US" sz="2400"/>
          </a:p>
        </p:txBody>
      </p:sp>
      <p:sp>
        <p:nvSpPr>
          <p:cNvPr id="296" name="Google Shape;296;p40"/>
          <p:cNvSpPr txBox="1"/>
          <p:nvPr>
            <p:ph type="subTitle" idx="7"/>
          </p:nvPr>
        </p:nvSpPr>
        <p:spPr>
          <a:xfrm>
            <a:off x="1400810" y="3940175"/>
            <a:ext cx="196405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1200"/>
              <a:t>Track progress easily</a:t>
            </a:r>
            <a:endParaRPr lang="en-US" altLang="en-US" sz="1200"/>
          </a:p>
        </p:txBody>
      </p:sp>
      <p:cxnSp>
        <p:nvCxnSpPr>
          <p:cNvPr id="298" name="Google Shape;298;p40"/>
          <p:cNvCxnSpPr/>
          <p:nvPr/>
        </p:nvCxnSpPr>
        <p:spPr>
          <a:xfrm>
            <a:off x="1187545" y="3017822"/>
            <a:ext cx="69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299" name="Google Shape;299;p40"/>
          <p:cNvCxnSpPr/>
          <p:nvPr/>
        </p:nvCxnSpPr>
        <p:spPr>
          <a:xfrm>
            <a:off x="4572000" y="1307600"/>
            <a:ext cx="0" cy="305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2123805" y="732920"/>
            <a:ext cx="4550400" cy="5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/>
              <a:t>Benefits for Students</a:t>
            </a:r>
            <a:endParaRPr lang="en-US" altLang="en-US" sz="3200"/>
          </a:p>
        </p:txBody>
      </p:sp>
      <p:sp>
        <p:nvSpPr>
          <p:cNvPr id="305" name="Google Shape;305;p41"/>
          <p:cNvSpPr txBox="1"/>
          <p:nvPr>
            <p:ph type="subTitle" idx="1"/>
          </p:nvPr>
        </p:nvSpPr>
        <p:spPr>
          <a:xfrm>
            <a:off x="1403350" y="1604010"/>
            <a:ext cx="5148580" cy="22948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en-US" sz="1400"/>
              <a:t>Learn anytime, anywhere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en-US" sz="1400"/>
              <a:t>Well-organized and easy content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en-US" sz="1400"/>
              <a:t>Better understanding through videos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en-US" sz="1400"/>
              <a:t>Self-paced learning &amp; improvement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en-US" sz="1400"/>
              <a:t>Makes study simple and interesting</a:t>
            </a:r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title"/>
          </p:nvPr>
        </p:nvSpPr>
        <p:spPr>
          <a:xfrm>
            <a:off x="1835785" y="699770"/>
            <a:ext cx="5128895" cy="577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/>
              <a:t>Future Scope</a:t>
            </a:r>
            <a:endParaRPr lang="en-US" altLang="en-US" sz="3200"/>
          </a:p>
        </p:txBody>
      </p:sp>
      <p:sp>
        <p:nvSpPr>
          <p:cNvPr id="320" name="Google Shape;320;p43"/>
          <p:cNvSpPr txBox="1"/>
          <p:nvPr>
            <p:ph type="subTitle" idx="1"/>
          </p:nvPr>
        </p:nvSpPr>
        <p:spPr>
          <a:xfrm>
            <a:off x="1043305" y="1635760"/>
            <a:ext cx="3585845" cy="2021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400"/>
              <a:t>Expansion from Class 1 to 12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400"/>
              <a:t>AI Chatboard for instant doubt solving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400"/>
              <a:t>Live Classes for real-time interaction</a:t>
            </a: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400"/>
              <a:t>Personalized learning using AI</a:t>
            </a:r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007235" y="1126490"/>
            <a:ext cx="5128895" cy="535940"/>
          </a:xfrm>
        </p:spPr>
        <p:txBody>
          <a:bodyPr/>
          <a:p>
            <a:r>
              <a:rPr lang="en-US" altLang="en-US" sz="3200"/>
              <a:t>Conclusion</a:t>
            </a:r>
            <a:endParaRPr lang="en-US" altLang="en-US" sz="3200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111885" y="2169160"/>
            <a:ext cx="7247255" cy="1995170"/>
          </a:xfrm>
        </p:spPr>
        <p:txBody>
          <a:bodyPr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LearnNova is a complete digital learning solution for school students.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It provides quality, structured, and accessible education.</a:t>
            </a: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400"/>
              <a:t>It supports the idea of inclusive learning for all student.</a:t>
            </a:r>
            <a:endParaRPr lang="en-US" altLang="en-US" sz="1400"/>
          </a:p>
          <a:p>
            <a:pPr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139700" indent="0" algn="r">
              <a:buFont typeface="Arial" panose="020B0604020202020204" pitchFamily="34" charset="0"/>
            </a:pPr>
            <a:endParaRPr lang="en-US" altLang="en-US" sz="1200" i="1"/>
          </a:p>
          <a:p>
            <a:pPr marL="139700" indent="0" algn="r">
              <a:buFont typeface="Arial" panose="020B0604020202020204" pitchFamily="34" charset="0"/>
            </a:pPr>
            <a:r>
              <a:rPr lang="en-US" altLang="en-US" sz="1200" i="1"/>
              <a:t>Making learning easy, smart, and effective!</a:t>
            </a:r>
            <a:endParaRPr lang="en-US" altLang="en-US" sz="1200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971550" y="1475105"/>
            <a:ext cx="3209925" cy="1123315"/>
          </a:xfrm>
        </p:spPr>
        <p:txBody>
          <a:bodyPr/>
          <a:p>
            <a:r>
              <a:rPr lang="en-GB" sz="5400">
                <a:sym typeface="+mn-ea"/>
              </a:rPr>
              <a:t>THANKS!</a:t>
            </a:r>
            <a:endParaRPr lang="en-GB" sz="5400">
              <a:sym typeface="+mn-ea"/>
            </a:endParaRPr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3201035" y="3508375"/>
            <a:ext cx="5094605" cy="754380"/>
          </a:xfrm>
        </p:spPr>
        <p:txBody>
          <a:bodyPr/>
          <a:p>
            <a:pPr algn="l"/>
            <a:r>
              <a:rPr lang="en-US" altLang="en-US" sz="1400" i="1"/>
              <a:t>Empowering students through digital learning.</a:t>
            </a:r>
            <a:endParaRPr lang="en-US" altLang="en-US" sz="1400" i="1"/>
          </a:p>
          <a:p>
            <a:pPr algn="l"/>
            <a:r>
              <a:rPr lang="en-US" altLang="en-US" sz="1400" i="1"/>
              <a:t>LearnNova – Making education simple, smart, and accessible.</a:t>
            </a:r>
            <a:endParaRPr lang="en-US" altLang="en-US" sz="1400" i="1"/>
          </a:p>
        </p:txBody>
      </p:sp>
      <p:cxnSp>
        <p:nvCxnSpPr>
          <p:cNvPr id="1308" name="Google Shape;1308;p87"/>
          <p:cNvCxnSpPr/>
          <p:nvPr/>
        </p:nvCxnSpPr>
        <p:spPr>
          <a:xfrm>
            <a:off x="1043615" y="2499803"/>
            <a:ext cx="26689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277*132"/>
  <p:tag name="TABLE_ENDDRAG_RECT" val="44*135*277*132"/>
</p:tagLst>
</file>

<file path=ppt/theme/theme1.xml><?xml version="1.0" encoding="utf-8"?>
<a:theme xmlns:a="http://schemas.openxmlformats.org/drawingml/2006/main" name="Safety at Workplace Consulting Toolkit by Slidesgo">
  <a:themeElements>
    <a:clrScheme name="Simple Light">
      <a:dk1>
        <a:srgbClr val="191919"/>
      </a:dk1>
      <a:lt1>
        <a:srgbClr val="666666"/>
      </a:lt1>
      <a:dk2>
        <a:srgbClr val="999999"/>
      </a:dk2>
      <a:lt2>
        <a:srgbClr val="B7B7B7"/>
      </a:lt2>
      <a:accent1>
        <a:srgbClr val="DCDDDE"/>
      </a:accent1>
      <a:accent2>
        <a:srgbClr val="E0E2E4"/>
      </a:accent2>
      <a:accent3>
        <a:srgbClr val="FDFDFD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1961</Words>
  <Application>WPS Presentation</Application>
  <PresentationFormat/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</vt:lpstr>
      <vt:lpstr>Gudea</vt:lpstr>
      <vt:lpstr>Bebas Neue</vt:lpstr>
      <vt:lpstr>Segoe Print</vt:lpstr>
      <vt:lpstr>Assistant</vt:lpstr>
      <vt:lpstr>Roboto Condensed Light</vt:lpstr>
      <vt:lpstr>Latha</vt:lpstr>
      <vt:lpstr>Open Sans</vt:lpstr>
      <vt:lpstr>Microsoft YaHei</vt:lpstr>
      <vt:lpstr>Arial Unicode MS</vt:lpstr>
      <vt:lpstr>Safety at Workplace Consulting Toolkit by Slidesgo</vt:lpstr>
      <vt:lpstr>LearnNova – A Digital Education Platform for Inclusive and Quality Learning</vt:lpstr>
      <vt:lpstr>Problem Statement</vt:lpstr>
      <vt:lpstr>Introduction</vt:lpstr>
      <vt:lpstr>Technology Stack</vt:lpstr>
      <vt:lpstr>User-Friendly Interface</vt:lpstr>
      <vt:lpstr>Benefits for Students</vt:lpstr>
      <vt:lpstr>Future Scope</vt:lpstr>
      <vt:lpstr>Conclusion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LearnNova – A Digital Education Platform for Inclusive and Quality Learning</dc:title>
  <dc:creator/>
  <cp:lastModifiedBy>Muskan Derwal</cp:lastModifiedBy>
  <cp:revision>30</cp:revision>
  <dcterms:created xsi:type="dcterms:W3CDTF">2026-02-25T14:40:00Z</dcterms:created>
  <dcterms:modified xsi:type="dcterms:W3CDTF">2026-02-26T09:42:51Z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CAE121A53CE249B18BA9FD5E6E5E99A1_13</vt:lpwstr>
  </property>
  <property fmtid="{D5CDD505-2E9C-101B-9397-08002B2CF9AE}" pid="3" name="KSOProductBuildVer">
    <vt:lpwstr>1033-12.2.0.23196</vt:lpwstr>
  </property>
</Properties>
</file>